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1: Title: MindBridge Stepped-Care Platform</a:t>
            </a:r>
          </a:p>
          <a:p>
            <a:r>
              <a:t>MindBridge — YUVA Future 6.0 Health Track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2: The Problem: Epidemic in Higher Education</a:t>
            </a:r>
          </a:p>
          <a:p>
            <a:r>
              <a:t>MindBridge — YUVA Future 6.0 Health Track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3: Root Causes: Three Systemic Bottlenecks</a:t>
            </a:r>
          </a:p>
          <a:p>
            <a:r>
              <a:t>MindBridge — YUVA Future 6.0 Health Track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4: Our Solution: MindBridge Architecture &amp; Zero-PII</a:t>
            </a:r>
          </a:p>
          <a:p>
            <a:r>
              <a:t>MindBridge — YUVA Future 6.0 Health Track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5: How It Works: Smart Screening &amp; Dynamic Triage</a:t>
            </a:r>
          </a:p>
          <a:p>
            <a:r>
              <a:t>MindBridge — YUVA Future 6.0 Health Track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6: System Architecture: Pipeline &amp; Privacy Guarantees</a:t>
            </a:r>
          </a:p>
          <a:p>
            <a:r>
              <a:t>MindBridge — YUVA Future 6.0 Health Track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7: Policy Ask: MoE, UGC &amp; MoHFW Integration</a:t>
            </a:r>
          </a:p>
          <a:p>
            <a:r>
              <a:t>MindBridge — YUVA Future 6.0 Health Track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8: Feasibility &amp; Scalability: 90-Day Timeline &amp; Budget</a:t>
            </a:r>
          </a:p>
          <a:p>
            <a:r>
              <a:t>MindBridge — YUVA Future 6.0 Health Track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9: What's Different: Defensibility Comparison Matrix</a:t>
            </a:r>
          </a:p>
          <a:p>
            <a:r>
              <a:t>MindBridge — YUVA Future 6.0 Health Track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10: Impact Potential &amp; Thank You</a:t>
            </a:r>
          </a:p>
          <a:p>
            <a:r>
              <a:t>MindBridge — YUVA Future 6.0 Health Track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